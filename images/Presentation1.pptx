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SI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6D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89" d="100"/>
          <a:sy n="89" d="100"/>
        </p:scale>
        <p:origin x="298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975607-B966-6CDD-5C71-5C760E78F8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I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BF1507-3EC1-8A99-3DD9-DBD9CA71A9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12DA5C-C82D-ED36-8E48-EF7E1C3C2F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066F02-2738-48A5-91FC-34EDB5F0DB91}" type="datetimeFigureOut">
              <a:rPr lang="en-SI" smtClean="0"/>
              <a:t>27/02/2026</a:t>
            </a:fld>
            <a:endParaRPr lang="en-S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F0F8AA-CEC5-2ECF-C000-938A4727BF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F41BCD-3E33-DEF1-40EC-4CC0518F1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0DAA8-7A1A-4872-A107-3590BAC34C7E}" type="slidenum">
              <a:rPr lang="en-SI" smtClean="0"/>
              <a:t>‹#›</a:t>
            </a:fld>
            <a:endParaRPr lang="en-SI"/>
          </a:p>
        </p:txBody>
      </p:sp>
    </p:spTree>
    <p:extLst>
      <p:ext uri="{BB962C8B-B14F-4D97-AF65-F5344CB8AC3E}">
        <p14:creationId xmlns:p14="http://schemas.microsoft.com/office/powerpoint/2010/main" val="4820941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CFBD33-DA71-B86D-6133-46441ED3FC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I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7E884D-E105-771C-AEE7-A18060B528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51E046-D12D-1A4E-6332-A60926090C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066F02-2738-48A5-91FC-34EDB5F0DB91}" type="datetimeFigureOut">
              <a:rPr lang="en-SI" smtClean="0"/>
              <a:t>27/02/2026</a:t>
            </a:fld>
            <a:endParaRPr lang="en-S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5B1AEC-0DEC-5D7B-331A-7AE8C8A39F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437D41-61D5-E6B7-1E01-B05A5898C1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0DAA8-7A1A-4872-A107-3590BAC34C7E}" type="slidenum">
              <a:rPr lang="en-SI" smtClean="0"/>
              <a:t>‹#›</a:t>
            </a:fld>
            <a:endParaRPr lang="en-SI"/>
          </a:p>
        </p:txBody>
      </p:sp>
    </p:spTree>
    <p:extLst>
      <p:ext uri="{BB962C8B-B14F-4D97-AF65-F5344CB8AC3E}">
        <p14:creationId xmlns:p14="http://schemas.microsoft.com/office/powerpoint/2010/main" val="26137852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64CC59-04F8-7F9B-35AC-27E749A214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I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57F830-D45A-3D62-19E3-F19397FA1C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F1A3F6-EF54-6278-D198-4BA46E5F3E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066F02-2738-48A5-91FC-34EDB5F0DB91}" type="datetimeFigureOut">
              <a:rPr lang="en-SI" smtClean="0"/>
              <a:t>27/02/2026</a:t>
            </a:fld>
            <a:endParaRPr lang="en-S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7FA83E-74EA-DD7B-A9B5-223AAD30A5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CA1085-31A3-C92E-4E4E-20860FF34B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0DAA8-7A1A-4872-A107-3590BAC34C7E}" type="slidenum">
              <a:rPr lang="en-SI" smtClean="0"/>
              <a:t>‹#›</a:t>
            </a:fld>
            <a:endParaRPr lang="en-SI"/>
          </a:p>
        </p:txBody>
      </p:sp>
    </p:spTree>
    <p:extLst>
      <p:ext uri="{BB962C8B-B14F-4D97-AF65-F5344CB8AC3E}">
        <p14:creationId xmlns:p14="http://schemas.microsoft.com/office/powerpoint/2010/main" val="3750180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5E77F3-415E-2612-ECB5-699AC9D089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I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B125AD-B6E7-E3DB-22E6-6C981A87A1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I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9A7B12-9E5D-B821-3123-26C596BD0D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I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0864A9-9390-053F-DD66-F617C26CAA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066F02-2738-48A5-91FC-34EDB5F0DB91}" type="datetimeFigureOut">
              <a:rPr lang="en-SI" smtClean="0"/>
              <a:t>27/02/2026</a:t>
            </a:fld>
            <a:endParaRPr lang="en-SI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DEF588-CD58-EEE8-8702-5F51C5D68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I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E2E69D-A975-8DE0-B0E4-32820C825E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0DAA8-7A1A-4872-A107-3590BAC34C7E}" type="slidenum">
              <a:rPr lang="en-SI" smtClean="0"/>
              <a:t>‹#›</a:t>
            </a:fld>
            <a:endParaRPr lang="en-SI"/>
          </a:p>
        </p:txBody>
      </p:sp>
    </p:spTree>
    <p:extLst>
      <p:ext uri="{BB962C8B-B14F-4D97-AF65-F5344CB8AC3E}">
        <p14:creationId xmlns:p14="http://schemas.microsoft.com/office/powerpoint/2010/main" val="12735376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7C0EF1-8077-10AD-3664-C5EAB05E48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I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49305A-072B-B378-63F6-1266CD1F82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B6146D-1BF6-28E2-DF5B-E5672BD4D1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I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AF27E8F-601F-F8D0-8B68-D2AB230454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8467F1E-9A29-3C4F-BB4A-2EF6ADBE8B4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I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6AB2B29-1C71-41C8-2A0B-04261AA05E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066F02-2738-48A5-91FC-34EDB5F0DB91}" type="datetimeFigureOut">
              <a:rPr lang="en-SI" smtClean="0"/>
              <a:t>27/02/2026</a:t>
            </a:fld>
            <a:endParaRPr lang="en-SI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A790865-54FD-1270-B2B7-69094AA647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I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717B75-0AD7-0F7E-808F-CA39D64A17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0DAA8-7A1A-4872-A107-3590BAC34C7E}" type="slidenum">
              <a:rPr lang="en-SI" smtClean="0"/>
              <a:t>‹#›</a:t>
            </a:fld>
            <a:endParaRPr lang="en-SI"/>
          </a:p>
        </p:txBody>
      </p:sp>
    </p:spTree>
    <p:extLst>
      <p:ext uri="{BB962C8B-B14F-4D97-AF65-F5344CB8AC3E}">
        <p14:creationId xmlns:p14="http://schemas.microsoft.com/office/powerpoint/2010/main" val="39373463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F67203-489D-4639-CAB7-D6981B5972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I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D4405C-5111-4F89-BEA4-EE0ACE8851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066F02-2738-48A5-91FC-34EDB5F0DB91}" type="datetimeFigureOut">
              <a:rPr lang="en-SI" smtClean="0"/>
              <a:t>27/02/2026</a:t>
            </a:fld>
            <a:endParaRPr lang="en-SI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E8AC83-92C2-284F-647F-5482A8C72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I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8BDCBF-1ECD-4B10-06BD-73F8EFEAD2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0DAA8-7A1A-4872-A107-3590BAC34C7E}" type="slidenum">
              <a:rPr lang="en-SI" smtClean="0"/>
              <a:t>‹#›</a:t>
            </a:fld>
            <a:endParaRPr lang="en-SI"/>
          </a:p>
        </p:txBody>
      </p:sp>
    </p:spTree>
    <p:extLst>
      <p:ext uri="{BB962C8B-B14F-4D97-AF65-F5344CB8AC3E}">
        <p14:creationId xmlns:p14="http://schemas.microsoft.com/office/powerpoint/2010/main" val="34665251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4DC397-1D9E-40CC-C147-2017FABCFA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066F02-2738-48A5-91FC-34EDB5F0DB91}" type="datetimeFigureOut">
              <a:rPr lang="en-SI" smtClean="0"/>
              <a:t>27/02/2026</a:t>
            </a:fld>
            <a:endParaRPr lang="en-SI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EA8E6F-54B5-CF10-9696-79B5BBBB89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I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CA5D65-7BAB-AF46-4B5B-FBDA72213E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0DAA8-7A1A-4872-A107-3590BAC34C7E}" type="slidenum">
              <a:rPr lang="en-SI" smtClean="0"/>
              <a:t>‹#›</a:t>
            </a:fld>
            <a:endParaRPr lang="en-SI"/>
          </a:p>
        </p:txBody>
      </p:sp>
    </p:spTree>
    <p:extLst>
      <p:ext uri="{BB962C8B-B14F-4D97-AF65-F5344CB8AC3E}">
        <p14:creationId xmlns:p14="http://schemas.microsoft.com/office/powerpoint/2010/main" val="33618210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2A0DB-199D-03B7-8952-046EEDD875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I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E70CD3-C89F-5300-1049-04E7FED10F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I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AAE5B8-470D-AFBA-DD76-459B051F69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483E02-DFCD-6545-3091-2F2B374C97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066F02-2738-48A5-91FC-34EDB5F0DB91}" type="datetimeFigureOut">
              <a:rPr lang="en-SI" smtClean="0"/>
              <a:t>27/02/2026</a:t>
            </a:fld>
            <a:endParaRPr lang="en-SI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1ED471-0364-CC1E-5586-EB6A69DE31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I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8D0C14-95F2-1204-F2D7-732782776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0DAA8-7A1A-4872-A107-3590BAC34C7E}" type="slidenum">
              <a:rPr lang="en-SI" smtClean="0"/>
              <a:t>‹#›</a:t>
            </a:fld>
            <a:endParaRPr lang="en-SI"/>
          </a:p>
        </p:txBody>
      </p:sp>
    </p:spTree>
    <p:extLst>
      <p:ext uri="{BB962C8B-B14F-4D97-AF65-F5344CB8AC3E}">
        <p14:creationId xmlns:p14="http://schemas.microsoft.com/office/powerpoint/2010/main" val="13716702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87F45F-402A-240B-BD4F-46E660E54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I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A41CF7-F7AD-EDAA-F539-2EFDA0235D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I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1A914A-5A8E-E396-BCDC-82D59301D6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C8FB4F-98C8-F26F-77E8-5C06B5EFE3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066F02-2738-48A5-91FC-34EDB5F0DB91}" type="datetimeFigureOut">
              <a:rPr lang="en-SI" smtClean="0"/>
              <a:t>27/02/2026</a:t>
            </a:fld>
            <a:endParaRPr lang="en-SI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5DA612-D3BC-FD93-E92F-17CAE3B652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I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AD3E21-5FDB-289B-01AD-90351505AF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0DAA8-7A1A-4872-A107-3590BAC34C7E}" type="slidenum">
              <a:rPr lang="en-SI" smtClean="0"/>
              <a:t>‹#›</a:t>
            </a:fld>
            <a:endParaRPr lang="en-SI"/>
          </a:p>
        </p:txBody>
      </p:sp>
    </p:spTree>
    <p:extLst>
      <p:ext uri="{BB962C8B-B14F-4D97-AF65-F5344CB8AC3E}">
        <p14:creationId xmlns:p14="http://schemas.microsoft.com/office/powerpoint/2010/main" val="26359181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15EE32-159C-AF16-79F7-C005386767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I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DB96AA-E455-80B5-0D57-7F5B63D7FD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D66561-3E6B-CE49-C037-D9B65A99A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066F02-2738-48A5-91FC-34EDB5F0DB91}" type="datetimeFigureOut">
              <a:rPr lang="en-SI" smtClean="0"/>
              <a:t>27/02/2026</a:t>
            </a:fld>
            <a:endParaRPr lang="en-S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DDCC48-D85F-D1A0-5B33-77575410F7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702080-FE91-06F4-EF5F-72B162C1CC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0DAA8-7A1A-4872-A107-3590BAC34C7E}" type="slidenum">
              <a:rPr lang="en-SI" smtClean="0"/>
              <a:t>‹#›</a:t>
            </a:fld>
            <a:endParaRPr lang="en-SI"/>
          </a:p>
        </p:txBody>
      </p:sp>
    </p:spTree>
    <p:extLst>
      <p:ext uri="{BB962C8B-B14F-4D97-AF65-F5344CB8AC3E}">
        <p14:creationId xmlns:p14="http://schemas.microsoft.com/office/powerpoint/2010/main" val="1706787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7B41D7D-750A-09A2-4A0F-CF52A1D587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I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C89AA9-D816-BD45-B0C0-6662A590E2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C163D7-9121-F953-D40A-15DD04B281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066F02-2738-48A5-91FC-34EDB5F0DB91}" type="datetimeFigureOut">
              <a:rPr lang="en-SI" smtClean="0"/>
              <a:t>27/02/2026</a:t>
            </a:fld>
            <a:endParaRPr lang="en-S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11ACBF-1029-2B6E-7F41-D26BE8D99A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DC88B5-3D0F-17D9-2491-553B65C784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0DAA8-7A1A-4872-A107-3590BAC34C7E}" type="slidenum">
              <a:rPr lang="en-SI" smtClean="0"/>
              <a:t>‹#›</a:t>
            </a:fld>
            <a:endParaRPr lang="en-SI"/>
          </a:p>
        </p:txBody>
      </p:sp>
    </p:spTree>
    <p:extLst>
      <p:ext uri="{BB962C8B-B14F-4D97-AF65-F5344CB8AC3E}">
        <p14:creationId xmlns:p14="http://schemas.microsoft.com/office/powerpoint/2010/main" val="9219751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AF6CA00-B96D-93EF-1FEC-354149F02F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I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28292F-424A-55BB-DD95-C87E1DFB67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F3AB86-E9F8-4686-2E67-BC3C9C27237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066F02-2738-48A5-91FC-34EDB5F0DB91}" type="datetimeFigureOut">
              <a:rPr lang="en-SI" smtClean="0"/>
              <a:t>27/02/2026</a:t>
            </a:fld>
            <a:endParaRPr lang="en-S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344189-C035-D43C-97EE-F9FCD8BF4E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S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6C3DA9-1BD3-BB39-B8AD-0C252D3774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30DAA8-7A1A-4872-A107-3590BAC34C7E}" type="slidenum">
              <a:rPr lang="en-SI" smtClean="0"/>
              <a:t>‹#›</a:t>
            </a:fld>
            <a:endParaRPr lang="en-SI"/>
          </a:p>
        </p:txBody>
      </p:sp>
    </p:spTree>
    <p:extLst>
      <p:ext uri="{BB962C8B-B14F-4D97-AF65-F5344CB8AC3E}">
        <p14:creationId xmlns:p14="http://schemas.microsoft.com/office/powerpoint/2010/main" val="38167307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SI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A5C73EDF-4D6E-8BA2-1D20-1DDF65847108}"/>
              </a:ext>
            </a:extLst>
          </p:cNvPr>
          <p:cNvGrpSpPr/>
          <p:nvPr/>
        </p:nvGrpSpPr>
        <p:grpSpPr>
          <a:xfrm>
            <a:off x="952500" y="0"/>
            <a:ext cx="10287000" cy="6858000"/>
            <a:chOff x="952500" y="0"/>
            <a:chExt cx="10287000" cy="6858000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D6301491-0405-9BB3-7BB8-E507CD62AE10}"/>
                </a:ext>
              </a:extLst>
            </p:cNvPr>
            <p:cNvGrpSpPr/>
            <p:nvPr/>
          </p:nvGrpSpPr>
          <p:grpSpPr>
            <a:xfrm>
              <a:off x="952500" y="0"/>
              <a:ext cx="10287000" cy="6858000"/>
              <a:chOff x="952500" y="0"/>
              <a:chExt cx="10287000" cy="6858000"/>
            </a:xfrm>
          </p:grpSpPr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6AA9701C-E64D-F39B-E098-32FFE148793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52500" y="0"/>
                <a:ext cx="10287000" cy="6858000"/>
              </a:xfrm>
              <a:prstGeom prst="rect">
                <a:avLst/>
              </a:prstGeom>
            </p:spPr>
          </p:pic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08ED084-F41E-0439-1D7E-EB981E37565D}"/>
                  </a:ext>
                </a:extLst>
              </p:cNvPr>
              <p:cNvSpPr txBox="1"/>
              <p:nvPr/>
            </p:nvSpPr>
            <p:spPr>
              <a:xfrm>
                <a:off x="5598543" y="629728"/>
                <a:ext cx="5270739" cy="57554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sl-SI" sz="5400" b="1" noProof="0" dirty="0">
                    <a:solidFill>
                      <a:srgbClr val="00B050"/>
                    </a:solidFill>
                  </a:rPr>
                  <a:t>SPLETNA STRAN V IZDELAVI</a:t>
                </a:r>
              </a:p>
              <a:p>
                <a:pPr algn="ctr"/>
                <a:endParaRPr lang="sl-SI" sz="2800" noProof="0" dirty="0">
                  <a:solidFill>
                    <a:schemeClr val="accent4">
                      <a:lumMod val="75000"/>
                    </a:schemeClr>
                  </a:solidFill>
                </a:endParaRPr>
              </a:p>
              <a:p>
                <a:pPr algn="ctr"/>
                <a:r>
                  <a:rPr lang="sl-SI" sz="3200" noProof="0" dirty="0">
                    <a:solidFill>
                      <a:schemeClr val="bg1"/>
                    </a:solidFill>
                  </a:rPr>
                  <a:t>Trenutno trdo delamo na naši novi spletni strani. Prosimo, preverite kasneje za naše storitve ali nam pišite.</a:t>
                </a:r>
                <a:endParaRPr lang="en-GB" sz="3200" noProof="0" dirty="0">
                  <a:solidFill>
                    <a:schemeClr val="bg1"/>
                  </a:solidFill>
                </a:endParaRPr>
              </a:p>
              <a:p>
                <a:pPr algn="ctr"/>
                <a:endParaRPr lang="en-GB" sz="2400" dirty="0">
                  <a:solidFill>
                    <a:schemeClr val="bg1"/>
                  </a:solidFill>
                </a:endParaRPr>
              </a:p>
              <a:p>
                <a:pPr algn="ctr"/>
                <a:endParaRPr lang="en-GB" sz="2400" noProof="0" dirty="0">
                  <a:solidFill>
                    <a:schemeClr val="bg1"/>
                  </a:solidFill>
                </a:endParaRPr>
              </a:p>
              <a:p>
                <a:pPr algn="ctr"/>
                <a:endParaRPr lang="en-GB" sz="2400" noProof="0" dirty="0">
                  <a:solidFill>
                    <a:schemeClr val="bg1"/>
                  </a:solidFill>
                </a:endParaRPr>
              </a:p>
              <a:p>
                <a:pPr algn="r"/>
                <a:r>
                  <a:rPr lang="en-GB" sz="3200" dirty="0">
                    <a:solidFill>
                      <a:schemeClr val="bg1"/>
                    </a:solidFill>
                  </a:rPr>
                  <a:t>FinPortal.si</a:t>
                </a:r>
                <a:endParaRPr lang="sl-SI" sz="3200" noProof="0" dirty="0">
                  <a:solidFill>
                    <a:schemeClr val="bg1"/>
                  </a:solidFill>
                </a:endParaRPr>
              </a:p>
            </p:txBody>
          </p:sp>
        </p:grp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88AF1C65-6119-CD51-AB9F-E4F5FEF2AF4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96685" y="5606367"/>
              <a:ext cx="992039" cy="99203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626493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27</Words>
  <Application>Microsoft Office PowerPoint</Application>
  <PresentationFormat>Widescreen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Ziga Sitar</dc:creator>
  <cp:lastModifiedBy>Ziga Sitar</cp:lastModifiedBy>
  <cp:revision>2</cp:revision>
  <dcterms:created xsi:type="dcterms:W3CDTF">2026-02-27T13:21:40Z</dcterms:created>
  <dcterms:modified xsi:type="dcterms:W3CDTF">2026-02-27T13:24:18Z</dcterms:modified>
</cp:coreProperties>
</file>